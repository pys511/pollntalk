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7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1DB9-FCCC-4262-80D1-DBAB94BC9ABD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6DFA-928C-4B25-9C06-DDB953700A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260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1DB9-FCCC-4262-80D1-DBAB94BC9ABD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6DFA-928C-4B25-9C06-DDB953700A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120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1DB9-FCCC-4262-80D1-DBAB94BC9ABD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6DFA-928C-4B25-9C06-DDB953700A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118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1DB9-FCCC-4262-80D1-DBAB94BC9ABD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6DFA-928C-4B25-9C06-DDB953700A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7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1DB9-FCCC-4262-80D1-DBAB94BC9ABD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6DFA-928C-4B25-9C06-DDB953700A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3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1DB9-FCCC-4262-80D1-DBAB94BC9ABD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6DFA-928C-4B25-9C06-DDB953700A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769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1DB9-FCCC-4262-80D1-DBAB94BC9ABD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6DFA-928C-4B25-9C06-DDB953700A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072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1DB9-FCCC-4262-80D1-DBAB94BC9ABD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6DFA-928C-4B25-9C06-DDB953700A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144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1DB9-FCCC-4262-80D1-DBAB94BC9ABD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6DFA-928C-4B25-9C06-DDB953700A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669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1DB9-FCCC-4262-80D1-DBAB94BC9ABD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6DFA-928C-4B25-9C06-DDB953700A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61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1DB9-FCCC-4262-80D1-DBAB94BC9ABD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6DFA-928C-4B25-9C06-DDB953700A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897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A1DB9-FCCC-4262-80D1-DBAB94BC9ABD}" type="datetimeFigureOut">
              <a:rPr lang="ko-KR" altLang="en-US" smtClean="0"/>
              <a:t>2020-07-16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86DFA-928C-4B25-9C06-DDB953700A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116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012930"/>
              </p:ext>
            </p:extLst>
          </p:nvPr>
        </p:nvGraphicFramePr>
        <p:xfrm>
          <a:off x="2032000" y="719666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989371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05795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5893648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921521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항목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포인트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비고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날짜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299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폴앤톡 무상 적립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12p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적립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2020.07.04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93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폴앤톡 무상 적립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12p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소진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2020.07.04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64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6389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773606"/>
              </p:ext>
            </p:extLst>
          </p:nvPr>
        </p:nvGraphicFramePr>
        <p:xfrm>
          <a:off x="2032000" y="719666"/>
          <a:ext cx="8128000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702687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9399253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789261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342527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신청 서비스</a:t>
                      </a: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프리미엄 서비스</a:t>
                      </a:r>
                      <a:r>
                        <a:rPr lang="en-US" altLang="ko-KR" smtClean="0"/>
                        <a:t>(Extra) 15</a:t>
                      </a:r>
                      <a:r>
                        <a:rPr lang="ko-KR" altLang="en-US" smtClean="0"/>
                        <a:t>일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5,400</a:t>
                      </a:r>
                      <a:r>
                        <a:rPr lang="ko-KR" altLang="en-US" smtClean="0"/>
                        <a:t>원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22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총 결제금액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5,400</a:t>
                      </a:r>
                      <a:r>
                        <a:rPr lang="ko-KR" altLang="en-US" smtClean="0"/>
                        <a:t>원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319207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결제방법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무통장 입금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입금자명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고형석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006857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신한은행 </a:t>
                      </a:r>
                      <a:r>
                        <a:rPr lang="en-US" altLang="ko-KR" smtClean="0"/>
                        <a:t>212-1212-4545 </a:t>
                      </a:r>
                      <a:r>
                        <a:rPr lang="ko-KR" altLang="en-US" smtClean="0"/>
                        <a:t>예금주 </a:t>
                      </a:r>
                      <a:r>
                        <a:rPr lang="en-US" altLang="ko-KR" smtClean="0"/>
                        <a:t>:</a:t>
                      </a:r>
                      <a:r>
                        <a:rPr lang="en-US" altLang="ko-KR" baseline="0" smtClean="0"/>
                        <a:t> </a:t>
                      </a:r>
                      <a:r>
                        <a:rPr lang="ko-KR" altLang="en-US" baseline="0" smtClean="0"/>
                        <a:t>아무개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686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1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41</Words>
  <Application>Microsoft Office PowerPoint</Application>
  <PresentationFormat>와이드스크린</PresentationFormat>
  <Paragraphs>22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821072321743</dc:creator>
  <cp:lastModifiedBy>821072321743</cp:lastModifiedBy>
  <cp:revision>6</cp:revision>
  <dcterms:created xsi:type="dcterms:W3CDTF">2020-07-07T17:05:27Z</dcterms:created>
  <dcterms:modified xsi:type="dcterms:W3CDTF">2020-07-15T17:54:03Z</dcterms:modified>
</cp:coreProperties>
</file>